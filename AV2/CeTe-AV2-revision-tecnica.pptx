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e4e9db8de7493b" /><Relationship Type="http://schemas.openxmlformats.org/officeDocument/2006/relationships/extended-properties" Target="/docProps/app.xml" Id="R0803c73124d24c7a" /><Relationship Type="http://schemas.openxmlformats.org/officeDocument/2006/relationships/officeDocument" Target="/ppt/presentation.xml" Id="R07af9b51ad574a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d29a6079fb43f6"/>
  </p:sldMasterIdLst>
  <p:notesMasterIdLst>
    <p:notesMasterId xmlns:r="http://schemas.openxmlformats.org/officeDocument/2006/relationships" r:id="R11d70e73c8f64b7e"/>
  </p:notesMasterIdLst>
  <p:sldIdLst>
    <p:sldId xmlns:r="http://schemas.openxmlformats.org/officeDocument/2006/relationships" id="256" r:id="Re2e7548382b14cbd"/>
    <p:sldId xmlns:r="http://schemas.openxmlformats.org/officeDocument/2006/relationships" id="257" r:id="Rc6e2a82d8ee2451e"/>
    <p:sldId xmlns:r="http://schemas.openxmlformats.org/officeDocument/2006/relationships" id="258" r:id="R12a01182a8684bc2"/>
    <p:sldId xmlns:r="http://schemas.openxmlformats.org/officeDocument/2006/relationships" id="259" r:id="R679712648f474af3"/>
    <p:sldId xmlns:r="http://schemas.openxmlformats.org/officeDocument/2006/relationships" id="260" r:id="R29c66d61a89845c1"/>
    <p:sldId xmlns:r="http://schemas.openxmlformats.org/officeDocument/2006/relationships" id="261" r:id="Re3520c87748e4a7e"/>
    <p:sldId xmlns:r="http://schemas.openxmlformats.org/officeDocument/2006/relationships" id="262" r:id="Rd143e3ea7f924c63"/>
    <p:sldId xmlns:r="http://schemas.openxmlformats.org/officeDocument/2006/relationships" id="263" r:id="Rbc6c8f1f1e294ca5"/>
    <p:sldId xmlns:r="http://schemas.openxmlformats.org/officeDocument/2006/relationships" id="264" r:id="R02cb8942ad944f9d"/>
    <p:sldId xmlns:r="http://schemas.openxmlformats.org/officeDocument/2006/relationships" id="265" r:id="R17358d715b294183"/>
    <p:sldId xmlns:r="http://schemas.openxmlformats.org/officeDocument/2006/relationships" id="266" r:id="R4478da7d3aa948d1"/>
    <p:sldId xmlns:r="http://schemas.openxmlformats.org/officeDocument/2006/relationships" id="267" r:id="R638bef33b2564d1f"/>
    <p:sldId xmlns:r="http://schemas.openxmlformats.org/officeDocument/2006/relationships" id="268" r:id="R32cd3fdc228e4727"/>
    <p:sldId xmlns:r="http://schemas.openxmlformats.org/officeDocument/2006/relationships" id="269" r:id="Re7eb0060bec34115"/>
    <p:sldId xmlns:r="http://schemas.openxmlformats.org/officeDocument/2006/relationships" id="270" r:id="R5cbd6d0574ff45ea"/>
    <p:sldId xmlns:r="http://schemas.openxmlformats.org/officeDocument/2006/relationships" id="271" r:id="Rd09645aa169044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fe0b9c4c1247da" /><Relationship Type="http://schemas.openxmlformats.org/officeDocument/2006/relationships/slideMaster" Target="/ppt/slideMasters/slideMaster1.xml" Id="R7bd29a6079fb43f6" /><Relationship Type="http://schemas.openxmlformats.org/officeDocument/2006/relationships/notesMaster" Target="/ppt/notesMasters/notesMaster1.xml" Id="R11d70e73c8f64b7e" /><Relationship Type="http://schemas.openxmlformats.org/officeDocument/2006/relationships/presProps" Target="/ppt/presProps.xml" Id="R8315b90dd20e4b81" /><Relationship Type="http://schemas.openxmlformats.org/officeDocument/2006/relationships/tableStyles" Target="/ppt/tableStyles.xml" Id="R3afc92088a0847bb" /><Relationship Type="http://schemas.openxmlformats.org/officeDocument/2006/relationships/slide" Target="/ppt/slides/slide1.xml" Id="Re2e7548382b14cbd" /><Relationship Type="http://schemas.openxmlformats.org/officeDocument/2006/relationships/slide" Target="/ppt/slides/slide2.xml" Id="Rc6e2a82d8ee2451e" /><Relationship Type="http://schemas.openxmlformats.org/officeDocument/2006/relationships/slide" Target="/ppt/slides/slide3.xml" Id="R12a01182a8684bc2" /><Relationship Type="http://schemas.openxmlformats.org/officeDocument/2006/relationships/slide" Target="/ppt/slides/slide4.xml" Id="R679712648f474af3" /><Relationship Type="http://schemas.openxmlformats.org/officeDocument/2006/relationships/slide" Target="/ppt/slides/slide5.xml" Id="R29c66d61a89845c1" /><Relationship Type="http://schemas.openxmlformats.org/officeDocument/2006/relationships/slide" Target="/ppt/slides/slide6.xml" Id="Re3520c87748e4a7e" /><Relationship Type="http://schemas.openxmlformats.org/officeDocument/2006/relationships/slide" Target="/ppt/slides/slide7.xml" Id="Rd143e3ea7f924c63" /><Relationship Type="http://schemas.openxmlformats.org/officeDocument/2006/relationships/slide" Target="/ppt/slides/slide8.xml" Id="Rbc6c8f1f1e294ca5" /><Relationship Type="http://schemas.openxmlformats.org/officeDocument/2006/relationships/slide" Target="/ppt/slides/slide9.xml" Id="R02cb8942ad944f9d" /><Relationship Type="http://schemas.openxmlformats.org/officeDocument/2006/relationships/slide" Target="/ppt/slides/slide10.xml" Id="R17358d715b294183" /><Relationship Type="http://schemas.openxmlformats.org/officeDocument/2006/relationships/slide" Target="/ppt/slides/slide11.xml" Id="R4478da7d3aa948d1" /><Relationship Type="http://schemas.openxmlformats.org/officeDocument/2006/relationships/slide" Target="/ppt/slides/slide12.xml" Id="R638bef33b2564d1f" /><Relationship Type="http://schemas.openxmlformats.org/officeDocument/2006/relationships/slide" Target="/ppt/slides/slide13.xml" Id="R32cd3fdc228e4727" /><Relationship Type="http://schemas.openxmlformats.org/officeDocument/2006/relationships/slide" Target="/ppt/slides/slide14.xml" Id="Re7eb0060bec34115" /><Relationship Type="http://schemas.openxmlformats.org/officeDocument/2006/relationships/slide" Target="/ppt/slides/slide15.xml" Id="R5cbd6d0574ff45ea" /><Relationship Type="http://schemas.openxmlformats.org/officeDocument/2006/relationships/slide" Target="/ppt/slides/slide16.xml" Id="Rd09645aa169044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a98ace1df149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44f28fe84f4394" /><Relationship Type="http://schemas.openxmlformats.org/officeDocument/2006/relationships/notesMaster" Target="/ppt/notesMasters/notesMaster1.xml" Id="Rc5becae4fe274c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85dbb456f84e65" /><Relationship Type="http://schemas.openxmlformats.org/officeDocument/2006/relationships/notesMaster" Target="/ppt/notesMasters/notesMaster1.xml" Id="Rf542f1a0fe1043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2033d94b124ab3" /><Relationship Type="http://schemas.openxmlformats.org/officeDocument/2006/relationships/notesMaster" Target="/ppt/notesMasters/notesMaster1.xml" Id="R885d5c086f9040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ee190e123d4862" /><Relationship Type="http://schemas.openxmlformats.org/officeDocument/2006/relationships/notesMaster" Target="/ppt/notesMasters/notesMaster1.xml" Id="R2ff766f5067345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89f945b54a4cb7" /><Relationship Type="http://schemas.openxmlformats.org/officeDocument/2006/relationships/notesMaster" Target="/ppt/notesMasters/notesMaster1.xml" Id="Raeaabe0bb7d64a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520f374af14d63" /><Relationship Type="http://schemas.openxmlformats.org/officeDocument/2006/relationships/notesMaster" Target="/ppt/notesMasters/notesMaster1.xml" Id="R64aa4827515f44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d9616b129446d8" /><Relationship Type="http://schemas.openxmlformats.org/officeDocument/2006/relationships/notesMaster" Target="/ppt/notesMasters/notesMaster1.xml" Id="Rae62cc6634f44b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afab04c01c4582" /><Relationship Type="http://schemas.openxmlformats.org/officeDocument/2006/relationships/notesMaster" Target="/ppt/notesMasters/notesMaster1.xml" Id="R46cce85507a846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69d710b8624a4a" /><Relationship Type="http://schemas.openxmlformats.org/officeDocument/2006/relationships/notesMaster" Target="/ppt/notesMasters/notesMaster1.xml" Id="Rb86124ac534d47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1584a4ea4b4822" /><Relationship Type="http://schemas.openxmlformats.org/officeDocument/2006/relationships/notesMaster" Target="/ppt/notesMasters/notesMaster1.xml" Id="Re17cc7daff134b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84153f1d874023" /><Relationship Type="http://schemas.openxmlformats.org/officeDocument/2006/relationships/notesMaster" Target="/ppt/notesMasters/notesMaster1.xml" Id="R564a836f0b934f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e14dfc92b94398" /><Relationship Type="http://schemas.openxmlformats.org/officeDocument/2006/relationships/notesMaster" Target="/ppt/notesMasters/notesMaster1.xml" Id="R7b63aeb004184e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94f9051c014de4" /><Relationship Type="http://schemas.openxmlformats.org/officeDocument/2006/relationships/notesMaster" Target="/ppt/notesMasters/notesMaster1.xml" Id="R2a12f38bcac747d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c4cff733a348b2" /><Relationship Type="http://schemas.openxmlformats.org/officeDocument/2006/relationships/notesMaster" Target="/ppt/notesMasters/notesMaster1.xml" Id="Rdd5f687e3d164a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4998e148d8a46e7" /><Relationship Type="http://schemas.openxmlformats.org/officeDocument/2006/relationships/notesMaster" Target="/ppt/notesMasters/notesMaster1.xml" Id="R9e62c9532fae4f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8f39efc2304ce7" /><Relationship Type="http://schemas.openxmlformats.org/officeDocument/2006/relationships/notesMaster" Target="/ppt/notesMasters/notesMaster1.xml" Id="R81d06c1314ee41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Presentación nueva editable. El PDF de keynote TB1 es fuente histórica. No se atribuyen aportes de AV2 a miembros sin evidencia.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Evidencia: evidence-public/dashboard-desktop.png. Prueba pública de registro, acceso, compras, venta y boleta con datos ficticios.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Feedback del profesor y capturas de rúbrica proporcionados por el usuario. Cada cambio se relaciona con pruebas y pendientes en Report-CeTe/AV2/README.md.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Fuente histórica: Report-CeTe commit 4fca641e0d9ff6273a8c66231ec3ac948122771c, Sprint Backlog 2 y Images/Trello-Backlog-2.png. La suma 4+5+5+3+4+2+2=25 es de estimaciones, no de horas ejecutadas.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Report-CeTe capítulo 3.1 y 3.3. 42 US + 35 TS = 77 filas. Las US suman 139 SP propuestos; las TS vinculadas están incluidas y no se suman otra vez. No es una velocidad alcanzada.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Implementación: CeTe-Api Domain, Application e Infrastructure. ASP.NET Core 10, EF Core 10 y PostgreSQL 17. API REST y JWT. ExchangeRate-API es servicio externo de referencia USD/PEN.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Prueba pública desde compras: crea orden de 2 unidades, recibe la cantidad pendiente y muestra 2/2. La API también verifica recepción parcial 4+6 y rechazo de un exceso de 7 cuando restan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Evidencia: evidence-public/receipt-document.png, capturada desde la vista real. Las pruebas HTTP editan el catálogo y comprueban que la boleta mantiene nombre y precio originales.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Evidencia pública a 390px. Se verifica ausencia de desbordamiento horizontal de la página y persistencia de es_419 después de recargar.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Landing pública verificada: https://cete-landing-av2.onrender.com/. Inglés en_US por defecto, español es_419 persistente, guía/términos/privacidad/ética, anclas y menú móvil.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Fuente: schema.sql exportado de PostgreSQL local y CeTeDb. Las tablas de expansión están persistidas, pero no se presentan como módulos completos.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api_smoke.py pasó localmente y contra https://cete-api-av2.onrender.com/api/v1. DomainChecks y pruebas Edge completan la revisión. El conflicto de EF envuelto se corrigió a 409.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Servicios Render Free confirmados: cete-api-av2, cete-web-av2, cete-landing-av2 y cete-postgres-av2. Plan Free aprobado por el usuario. https://render.com/docs/free.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La ficha TB1 y el feedback indican dos participantes en frontend. Las responsabilidades de Sprint 3 son propuestas, no atribución de trabajo realizado. No se modifican notas históricas.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Enunciado de AV2 y rúbricas proporcionados. El registro previo contiene una validación por segmento. Se requieren 3–5 por segmento y verificar la evidencia existente. Report-CeTe/AV2/validacion.md y evidencia-equipo.md.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enunciado UPC Aplicaciones Web 202620 y rúbricas proporcionadas; feedback docente; repositorios Nexxus-ops. Datos de demostración ficticios. Revisión técnica asistida del 29/10/2026.</a:t>
            </a:r>
          </a:p>
          <a:p xmlns:a="http://schemas.openxmlformats.org/drawingml/2006/main">
            <a:r>
              <a:t>Producto público verificado el 29/10/2026 hora de Lima. Las entrevistas, los videos y los aportes de miembros siguen pendientes. No afirmar entrega académica terminada hasta cerrar esos puntos.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c8bde03f94ba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340744044647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7c582677a142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df33432ece41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faee51dc15485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a822ef5a4f49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689168-91F1-4B44-BA0E-90AD35CC18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272A15-BE87-486F-BAC8-12D8B58A936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BD0DF77-21DE-43C1-818B-D8274C5DED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522471-7C9D-4866-A322-BD3733B022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9C97DFE-AA35-4DAA-85D7-0052C49D60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774EF7-FB4D-4285-81C1-7352034420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764875-72B2-447D-8665-40ECD71B56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E612E20-3B09-461A-8F0D-75865511BE1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ACA521-B84E-4512-9923-06251E6AA8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61AE1F-A139-4578-BE41-CC13F2915B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bfa2c9a62042e2" /><Relationship Type="http://schemas.openxmlformats.org/officeDocument/2006/relationships/slideLayout" Target="/ppt/slideLayouts/slideLayout1.xml" Id="R1049790f4248443e" /><Relationship Type="http://schemas.openxmlformats.org/officeDocument/2006/relationships/slideLayout" Target="/ppt/slideLayouts/slideLayout2.xml" Id="R8245a17d4cad479c" /><Relationship Type="http://schemas.openxmlformats.org/officeDocument/2006/relationships/slideLayout" Target="/ppt/slideLayouts/slideLayout3.xml" Id="R534f3d4cefda4e72" /><Relationship Type="http://schemas.openxmlformats.org/officeDocument/2006/relationships/slideLayout" Target="/ppt/slideLayouts/slideLayout4.xml" Id="Rff15e3acd0424641" /><Relationship Type="http://schemas.openxmlformats.org/officeDocument/2006/relationships/slideLayout" Target="/ppt/slideLayouts/slideLayout5.xml" Id="R84ea0ab4bfb94ea2" /><Relationship Type="http://schemas.openxmlformats.org/officeDocument/2006/relationships/slideLayout" Target="/ppt/slideLayouts/slideLayout6.xml" Id="Ra3b9b55c63b044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49790f4248443e"/>
    <p:sldLayoutId xmlns:r="http://schemas.openxmlformats.org/officeDocument/2006/relationships" id="2147483650" r:id="R8245a17d4cad479c"/>
    <p:sldLayoutId xmlns:r="http://schemas.openxmlformats.org/officeDocument/2006/relationships" id="2147483651" r:id="R534f3d4cefda4e72"/>
    <p:sldLayoutId xmlns:r="http://schemas.openxmlformats.org/officeDocument/2006/relationships" id="2147483652" r:id="Rff15e3acd0424641"/>
    <p:sldLayoutId xmlns:r="http://schemas.openxmlformats.org/officeDocument/2006/relationships" id="2147483653" r:id="R84ea0ab4bfb94ea2"/>
    <p:sldLayoutId xmlns:r="http://schemas.openxmlformats.org/officeDocument/2006/relationships" id="2147483654" r:id="Ra3b9b55c63b044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85a2ffd0ef4635" /><Relationship Type="http://schemas.openxmlformats.org/officeDocument/2006/relationships/notesSlide" Target="/ppt/notesSlides/notesSlide1.xml" Id="R455a1aaecc8341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2d7023cac94366" /><Relationship Type="http://schemas.openxmlformats.org/officeDocument/2006/relationships/image" Target="/ppt/media/image.png" Id="Ra2e1990ff4454486" /><Relationship Type="http://schemas.openxmlformats.org/officeDocument/2006/relationships/notesSlide" Target="/ppt/notesSlides/notesSlide2.xml" Id="R555180b5961249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e0b2cc550f4265" /><Relationship Type="http://schemas.openxmlformats.org/officeDocument/2006/relationships/notesSlide" Target="/ppt/notesSlides/notesSlide3.xml" Id="R38bb498f5bb146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607444bfe74afc" /><Relationship Type="http://schemas.openxmlformats.org/officeDocument/2006/relationships/image" Target="/ppt/media/image2.png" Id="Rd8aa1f9b89c143d3" /><Relationship Type="http://schemas.openxmlformats.org/officeDocument/2006/relationships/notesSlide" Target="/ppt/notesSlides/notesSlide4.xml" Id="R3bbe808b2a4f40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928d9f808a4987" /><Relationship Type="http://schemas.openxmlformats.org/officeDocument/2006/relationships/notesSlide" Target="/ppt/notesSlides/notesSlide5.xml" Id="Rf5aede7442414e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8641aa46254570" /><Relationship Type="http://schemas.openxmlformats.org/officeDocument/2006/relationships/notesSlide" Target="/ppt/notesSlides/notesSlide6.xml" Id="R43408cc6521e45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a23001d1064c91" /><Relationship Type="http://schemas.openxmlformats.org/officeDocument/2006/relationships/image" Target="/ppt/media/image3.png" Id="Rc5d2068e4d6a4e98" /><Relationship Type="http://schemas.openxmlformats.org/officeDocument/2006/relationships/notesSlide" Target="/ppt/notesSlides/notesSlide7.xml" Id="R811efd16777f40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bb4c4af08048bb" /><Relationship Type="http://schemas.openxmlformats.org/officeDocument/2006/relationships/image" Target="/ppt/media/image4.png" Id="Rc29ff1f686ea451e" /><Relationship Type="http://schemas.openxmlformats.org/officeDocument/2006/relationships/notesSlide" Target="/ppt/notesSlides/notesSlide8.xml" Id="Rd6140222677340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53c4258f1c4b1e" /><Relationship Type="http://schemas.openxmlformats.org/officeDocument/2006/relationships/image" Target="/ppt/media/image5.png" Id="Rfc270600a3274474" /><Relationship Type="http://schemas.openxmlformats.org/officeDocument/2006/relationships/notesSlide" Target="/ppt/notesSlides/notesSlide9.xml" Id="R0fdc45b28f3840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693cf4adb34b0c" /><Relationship Type="http://schemas.openxmlformats.org/officeDocument/2006/relationships/image" Target="/ppt/media/image6.png" Id="R4cf84a1b12f248fd" /><Relationship Type="http://schemas.openxmlformats.org/officeDocument/2006/relationships/notesSlide" Target="/ppt/notesSlides/notesSlide10.xml" Id="R2ec7d5a13f2848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b2d7beba884f6a" /><Relationship Type="http://schemas.openxmlformats.org/officeDocument/2006/relationships/notesSlide" Target="/ppt/notesSlides/notesSlide11.xml" Id="R6552a89d85e44c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bb90173aa44368" /><Relationship Type="http://schemas.openxmlformats.org/officeDocument/2006/relationships/notesSlide" Target="/ppt/notesSlides/notesSlide12.xml" Id="Re53f69046f6542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7e8707320e4fc4" /><Relationship Type="http://schemas.openxmlformats.org/officeDocument/2006/relationships/notesSlide" Target="/ppt/notesSlides/notesSlide13.xml" Id="R320def9dacb642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1504c06a443f5" /><Relationship Type="http://schemas.openxmlformats.org/officeDocument/2006/relationships/notesSlide" Target="/ppt/notesSlides/notesSlide14.xml" Id="R75271fba2bb042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906753c4154acb" /><Relationship Type="http://schemas.openxmlformats.org/officeDocument/2006/relationships/notesSlide" Target="/ppt/notesSlides/notesSlide15.xml" Id="Rf643e7bdc9c34b8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e126f053b4f30" /><Relationship Type="http://schemas.openxmlformats.org/officeDocument/2006/relationships/notesSlide" Target="/ppt/notesSlides/notesSlide16.xml" Id="R4b62773562ca49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2C5C6E-2857-4EAB-8E7E-669CE84A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6E4E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E8FEA-99E9-4697-9BF5-18DEDCA8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001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989BD-C5EB-492E-B565-3CB3D43E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Incremento para AV2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1325A-4060-43FC-A198-3EC75332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D6E4EF"/>
                </a:solidFill>
                <a:latin typeface="Arial"/>
                <a:ea typeface="Arial"/>
                <a:cs typeface="Arial"/>
              </a:rPr>
              <a:t>Nexxus · Aplicaciones Web · UPC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53834-4F69-430B-9593-3072F09C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1000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D6E4EF"/>
                </a:solidFill>
                <a:latin typeface="Arial"/>
                <a:ea typeface="Arial"/>
                <a:cs typeface="Arial"/>
              </a:rPr>
              <a:t>Correcciones técnicas y evidencias de ejecución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1DA72-5186-4D44-A119-4DDB0592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436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6E4E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6E4EF"/>
                </a:solidFill>
                <a:latin typeface="Arial"/>
                <a:ea typeface="Arial"/>
                <a:cs typeface="Arial"/>
              </a:rPr>
              <a:t>29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716263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418937-FCD1-404C-81AF-2305EB77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El incremento conecta las operaciones de la MYPE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7AA6A-D682-4FD5-A0E5-AE8008A3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0A82E-C283-4395-930C-BC444B96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3667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CeTe reúne abastecimiento, inventario, ventas y entregas en un espacio de trabajo por empresa.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C8AD6-6C3F-48DD-9A81-B60D0B16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3667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La demostración consulta datos persistidos por la API C# y PostgreSQL.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8456C-B3C5-4E97-B33E-E16A99ECB2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1990ff4454486"/>
          <a:stretch xmlns:a="http://schemas.openxmlformats.org/drawingml/2006/main"/>
        </p:blipFill>
        <p:spPr>
          <a:xfrm xmlns:a="http://schemas.openxmlformats.org/drawingml/2006/main">
            <a:off x="5059680" y="1619250"/>
            <a:ext cx="6035040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B3519-E3E0-4253-87AD-942BFF0F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Captura de ejecución pública. Los registros pertenecen a una empresa ficticia de prueba.</a:t>
            </a:r>
          </a:p>
        </p:txBody>
      </p:sp>
    </p:spTree>
    <p:extLst>
      <p:ext uri="{BB962C8B-B14F-4D97-AF65-F5344CB8AC3E}">
        <p14:creationId xmlns:p14="http://schemas.microsoft.com/office/powerpoint/2010/main" val="15143000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4E931-5AF7-4E4D-AB30-D83D0415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El feedback se traduce en correcciones verificables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90E36-DCDC-49CF-86ED-2DD0812F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40726-3773-4CD9-B52D-C7EEB1364C43}"/>
              </a:ext>
            </a:extLst>
          </p:cNvPr>
          <p:cNvGraphicFramePr/>
          <p:nvPr/>
        </p:nvGraphicFramePr>
        <p:xfrm>
          <a:off xmlns:a="http://schemas.openxmlformats.org/drawingml/2006/main" x="609600" y="1628775"/>
          <a:ext xmlns:a="http://schemas.openxmlformats.org/drawingml/2006/main" cx="10972800" cy="4333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6781800"/>
              </a:tblGrid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Observación TB1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Corrección preparada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25 h estimadas en Sprint 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Registro histórico aclarado y tareas propuestas de 4–8 h.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Idioma y footer de landing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EN/ES persistentes y cuatro páginas funcionales.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Technical Stories y base de datos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42 US, 35 TS visibles y 35 tablas físicas.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PPT sin evidencia ni conclusiones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Evidencia histórica, ejecución AV2 y conclusiones concretas.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Dos participantes de frontend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Registro y reparto propuestos. Aportes reales pendientes.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Boleta ausente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Boleta histórica con detalle e impresión desde la interfaz.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08145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C1D4D-129A-4FE7-96BA-12473BCA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Sprint 2 registró 25 horas estimadas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C1417-F47E-4C32-9637-FFBC1459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92EA5-7B49-41CC-806F-14BB18EA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A94300"/>
                </a:solidFill>
                <a:latin typeface="Arial"/>
                <a:ea typeface="Arial"/>
                <a:cs typeface="Arial"/>
              </a:rPr>
              <a:t>25 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8CB00-D607-4355-B0AA-883F015D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Siete actividades registradas.</a:t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tareas menores de 4 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EDF67-C0A6-42AE-8577-44C20A9F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429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El nuevo plan descompone revisión y consolidación. El equipo debe acordar capacidad y registrar tiempo real.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A8475-7E90-4E7A-A438-163DF7E33D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a1f9b89c143d3"/>
          <a:stretch xmlns:a="http://schemas.openxmlformats.org/drawingml/2006/main"/>
        </p:blipFill>
        <p:spPr>
          <a:xfrm xmlns:a="http://schemas.openxmlformats.org/drawingml/2006/main">
            <a:off x="4578725" y="1724025"/>
            <a:ext cx="6901700" cy="4019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581AC-8637-4E04-91B5-937D8BF3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Evidencia histórica de TB1. Una asignación de tablero no acredita autoría ni tiempo real.</a:t>
            </a:r>
          </a:p>
        </p:txBody>
      </p:sp>
    </p:spTree>
    <p:extLst>
      <p:ext uri="{BB962C8B-B14F-4D97-AF65-F5344CB8AC3E}">
        <p14:creationId xmlns:p14="http://schemas.microsoft.com/office/powerpoint/2010/main" val="20842132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E7004-620F-49FA-ADC7-A1B9BC53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El backlog hace explícitos el valor y el trabajo técnico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147BF-FEA3-415F-867D-41039B9E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CE6C4-44AF-427B-9974-367014F46130}"/>
              </a:ext>
            </a:extLst>
          </p:cNvPr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514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4114800"/>
                <a:gridCol w="1143000"/>
                <a:gridCol w="4572000"/>
              </a:tblGrid>
              <a:tr h="585788"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Valor para el usuario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Habilitador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</a:tr>
              <a:tr h="585788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US35/36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Confirmar venta y descontar stock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TS11/31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Transacción e idempotencia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85788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US39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Consultar e imprimir boleta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TS28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Instantánea histórica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788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US40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Organizar una compra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TS29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Orden sin cambio de stock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85788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US41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Recibir mercadería por partes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TS30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Recepción y saldo atómicos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788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US42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Entender landing y recursos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TS34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Pruebas de idioma y navegación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F23C1-3773-4E2C-B787-858FF384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139 SP propuestos para las US. Refinamiento y aceptación del equipo pendientes.</a:t>
            </a:r>
          </a:p>
        </p:txBody>
      </p:sp>
    </p:spTree>
    <p:extLst>
      <p:ext uri="{BB962C8B-B14F-4D97-AF65-F5344CB8AC3E}">
        <p14:creationId xmlns:p14="http://schemas.microsoft.com/office/powerpoint/2010/main" val="7207137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37A5E-90BC-4877-AEF7-385CFEC4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Vue consume una API propia de C#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F9E60-2AAD-457E-99A6-B1C5C7BE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53C1F-9DF1-4EB9-AC34-7E3C834E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CD7E3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6612F-F608-4709-805A-1B6081DE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4792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Frontend Vue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20711-AB91-42CB-9B14-E0C60A3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272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Pinia, PrimeVue y Material</a:t>
            </a:r>
          </a:p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Inglés y español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29466-F82E-4D12-B078-4E46CA6E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383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CD7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97462B-256C-42B5-97A0-FAC4EDD7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4792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API ASP.NET 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1B7CD-C58E-440B-820C-6FB2EFF7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981325"/>
            <a:ext cx="272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Casos de uso, roles y tenant</a:t>
            </a:r>
          </a:p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EF Core y transacciones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28CD1-78CB-4089-AB55-15C59831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383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CD7E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C8C7B-FA79-426F-B7D1-D45896B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4792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PostgreSQL 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DAD05-54F2-40C5-A5B8-0F9C4090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981325"/>
            <a:ext cx="272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35 tablas persistentes</a:t>
            </a:r>
          </a:p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Relaciones e índices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DF1DD-40C0-40F8-A10D-39D473E5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09875"/>
            <a:ext cx="4381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9430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CED20-C9DA-43AD-B171-E27D0220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809875"/>
            <a:ext cx="4381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943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F14FDA-666E-43ED-97C0-ED1F5615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933825"/>
            <a:ext cx="285750" cy="4381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943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B185A-E1F0-4103-821E-716B289F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00575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CD7E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FC067-2337-4035-8D71-C7BF90A2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81012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ExchangeRate-API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D4C75-925A-48DD-B046-B94FAC4F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5343525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Referencia USD/PEN y fuente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DF8393-D397-4A1E-9E70-47FF554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Docker ejecuta la API local y en Render. Los límites por bounded context siguen en consolidación.</a:t>
            </a:r>
          </a:p>
        </p:txBody>
      </p:sp>
    </p:spTree>
    <p:extLst>
      <p:ext uri="{BB962C8B-B14F-4D97-AF65-F5344CB8AC3E}">
        <p14:creationId xmlns:p14="http://schemas.microsoft.com/office/powerpoint/2010/main" val="6695116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CD6F5-BBEF-473C-AF80-F9E78191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 recepción física actualiza el inventario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41599-6764-457F-813C-D931CB41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0BF76-DAF2-49A7-93E7-DBB2F84333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2068e4d6a4e98"/>
          <a:stretch xmlns:a="http://schemas.openxmlformats.org/drawingml/2006/main"/>
        </p:blipFill>
        <p:spPr>
          <a:xfrm xmlns:a="http://schemas.openxmlformats.org/drawingml/2006/main">
            <a:off x="1518816" y="1676400"/>
            <a:ext cx="5515818" cy="4286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DB470-A43B-4465-93FF-3C112412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95475"/>
            <a:ext cx="31623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La orden queda pendiente.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Cada recepción registra unidades recibidas y movimiento de stock.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5D4F6-E9AD-441D-8382-00B67489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14850"/>
            <a:ext cx="31623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La API permite entregas parciales y rechaza cantidades superiores al saldo.</a:t>
            </a:r>
          </a:p>
        </p:txBody>
      </p:sp>
    </p:spTree>
    <p:extLst>
      <p:ext uri="{BB962C8B-B14F-4D97-AF65-F5344CB8AC3E}">
        <p14:creationId xmlns:p14="http://schemas.microsoft.com/office/powerpoint/2010/main" val="12250684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3BF0D6-45B3-45B8-83EF-FD1DF64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 venta genera una boleta histórica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93379-9D00-4C2A-9D54-171474A3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4CDED-0F59-4529-A65A-30843296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42386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Empresa y dirección</a:t>
            </a:r>
          </a:p>
          <a:p xmlns:a="http://schemas.openxmlformats.org/drawingml/2006/main">
            <a: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Orden y número de boleta</a:t>
            </a:r>
          </a:p>
          <a:p xmlns:a="http://schemas.openxmlformats.org/drawingml/2006/main">
            <a: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Fecha y hora de Lima</a:t>
            </a:r>
          </a:p>
          <a:p xmlns:a="http://schemas.openxmlformats.org/drawingml/2006/main">
            <a: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Cliente y vendedor</a:t>
            </a:r>
          </a:p>
          <a:p xmlns:a="http://schemas.openxmlformats.org/drawingml/2006/main">
            <a: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Productos, cantidades y precios</a:t>
            </a:r>
          </a:p>
          <a:p xmlns:a="http://schemas.openxmlformats.org/drawingml/2006/main">
            <a:pPr>
              <a:defRPr sz="210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Total y método registrado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C1ED0-DB94-449E-8ACB-1B8CB60A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2386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La vista permite imprimir y volver a consultar desde el historial.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E7BB9-3330-4407-9791-E0A64FBF69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ff1f686ea451e"/>
          <a:stretch xmlns:a="http://schemas.openxmlformats.org/drawingml/2006/main"/>
        </p:blipFill>
        <p:spPr>
          <a:xfrm xmlns:a="http://schemas.openxmlformats.org/drawingml/2006/main">
            <a:off x="6092000" y="1524000"/>
            <a:ext cx="4684776" cy="45434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1E46F-4864-41EB-9A41-75DFFD27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Comprobante académico de demostración. Emisión fiscal y pasarela de pago quedan fuera del incremento.</a:t>
            </a:r>
          </a:p>
        </p:txBody>
      </p:sp>
    </p:spTree>
    <p:extLst>
      <p:ext uri="{BB962C8B-B14F-4D97-AF65-F5344CB8AC3E}">
        <p14:creationId xmlns:p14="http://schemas.microsoft.com/office/powerpoint/2010/main" val="17182574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56E37-615F-46CD-9321-928B51AC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 boleta conserva su lectura en móvil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E8AAC7-250E-414D-BC48-B133BBFC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E528A-9A4D-4BF4-B8AB-14DBCFD86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70600a3274474"/>
          <a:stretch xmlns:a="http://schemas.openxmlformats.org/drawingml/2006/main"/>
        </p:blipFill>
        <p:spPr>
          <a:xfrm xmlns:a="http://schemas.openxmlformats.org/drawingml/2006/main">
            <a:off x="2029968" y="1552575"/>
            <a:ext cx="1083564" cy="45148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A4334B-0C92-408D-A3DB-36C100F6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981200"/>
            <a:ext cx="6000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Prueba en pantalla de 390 px.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Idioma persistente tras recarga.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Acciones de navegación e impresión disponibles.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FE593-BFBD-4020-9488-A34A2125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210175"/>
            <a:ext cx="600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La revisión visual complementa la prueba de los datos históricos en la API.</a:t>
            </a:r>
          </a:p>
        </p:txBody>
      </p:sp>
    </p:spTree>
    <p:extLst>
      <p:ext uri="{BB962C8B-B14F-4D97-AF65-F5344CB8AC3E}">
        <p14:creationId xmlns:p14="http://schemas.microsoft.com/office/powerpoint/2010/main" val="13018513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C679D-5BFE-44C1-A4C9-113A57CE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 landing publica contenido y recursos bilingües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86BD4-E327-4EDC-B9AD-5B1B73AC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748B3-F562-4581-AF87-C92E94AEAB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84a1b12f248fd"/>
          <a:stretch xmlns:a="http://schemas.openxmlformats.org/drawingml/2006/main"/>
        </p:blipFill>
        <p:spPr>
          <a:xfrm xmlns:a="http://schemas.openxmlformats.org/drawingml/2006/main">
            <a:off x="1331786" y="1685925"/>
            <a:ext cx="6089904" cy="42291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CFA24-BC38-400A-8063-9E442AD4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81200"/>
            <a:ext cx="301942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Inglés y español.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Guía, términos, privacidad y ética.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Enlaces a registro y acceso.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19335-F9CF-4ECF-902F-6F5D1B63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Captura real del producto. Propuesta comercial académica de S/80 por empresa al mes, sin cobro activo.</a:t>
            </a:r>
          </a:p>
        </p:txBody>
      </p:sp>
    </p:spTree>
    <p:extLst>
      <p:ext uri="{BB962C8B-B14F-4D97-AF65-F5344CB8AC3E}">
        <p14:creationId xmlns:p14="http://schemas.microsoft.com/office/powerpoint/2010/main" val="15677460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F6415-3648-496D-ABEE-7776758E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Las 35 tablas cubren relaciones del negocio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83EAA-381C-436E-8E99-E27DD791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E43B5-A554-499B-85C6-789D9B28A2A4}"/>
              </a:ext>
            </a:extLst>
          </p:cNvPr>
          <p:cNvGraphicFramePr/>
          <p:nvPr/>
        </p:nvGraphicFramePr>
        <p:xfrm>
          <a:off xmlns:a="http://schemas.openxmlformats.org/drawingml/2006/main" x="609600" y="1628775"/>
          <a:ext xmlns:a="http://schemas.openxmlformats.org/drawingml/2006/main" cx="1097280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1143000"/>
                <a:gridCol w="7115175"/>
              </a:tblGrid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Contexto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Tablas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Ejemplos y alcance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Identidad y empresa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Usuarios, roles y sesiones. Suscripción pendiente.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Inventario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Productos, saldos y movimientos. Lotes pendientes.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Abastecimiento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Órdenes, detalles y recepciones físicas.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Ventas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Ventas, líneas, pagos registrados y boletas.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Logística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Despachos e incidencias. Paradas pendientes.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Devoluciones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Modelo preparado. Flujo pendiente.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Notificaciones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425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Modelo preparado. Bandeja pendiente.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F731A-09DC-496C-90CC-73651F4B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TenantId y claves foráneas compuestas impiden relaciones entre empresas distintas.</a:t>
            </a:r>
          </a:p>
        </p:txBody>
      </p:sp>
    </p:spTree>
    <p:extLst>
      <p:ext uri="{BB962C8B-B14F-4D97-AF65-F5344CB8AC3E}">
        <p14:creationId xmlns:p14="http://schemas.microsoft.com/office/powerpoint/2010/main" val="9678457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D6EAE-46C7-4801-A1BF-F7983FBA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Las pruebas verifican errores y consistencia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0FFD3-A04F-47FE-A131-A4C45A6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349375-71AD-4F97-99CD-32EC48B43AE4}"/>
              </a:ext>
            </a:extLst>
          </p:cNvPr>
          <p:cNvGraphicFramePr/>
          <p:nvPr/>
        </p:nvGraphicFramePr>
        <p:xfrm>
          <a:off xmlns:a="http://schemas.openxmlformats.org/drawingml/2006/main" x="609600" y="1628775"/>
          <a:ext xmlns:a="http://schemas.openxmlformats.org/drawingml/2006/main" cx="10972800" cy="4333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24375"/>
                <a:gridCol w="6448425"/>
              </a:tblGrid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Caso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 comprobado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Última unidad y dos ventas simultáneas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Una venta 200 y un conflicto 409. Stock final cero.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Fallo de stock en una línea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Rollback completo de la orden.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Reintento con el mismo UUID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Conserva una sola venta y un descuento.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Cambio posterior del catálogo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 boleta conserva nombre y precio originales.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Token revocado / recurso de otra empresa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401 para sesión cerrada y 404 para recurso ajeno.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Navegador público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Registro, compras, recepción, venta, boleta e idiomas.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65281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C2C059-E1C7-4B41-8C63-B5455323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Docker y Render ejecutan el mismo 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665C6-5AB0-46EC-94AF-5DCD55E8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B252D-CFDB-4642-8262-86F007B1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A94300"/>
                </a:solidFill>
                <a:latin typeface="Arial"/>
                <a:ea typeface="Arial"/>
                <a:cs typeface="Arial"/>
              </a:rPr>
              <a:t>Docker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84973-2F05-4E22-93EB-0BAE6990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4667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API y PostgreSQL con Docker Compose.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Volumen para conservar los datos.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Secretos locales fuera de Git.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D3533B-8CCE-4E95-998B-FF89C731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80975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A943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A94300"/>
                </a:solidFill>
                <a:latin typeface="Arial"/>
                <a:ea typeface="Arial"/>
                <a:cs typeface="Arial"/>
              </a:rPr>
              <a:t>Render público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4D58F-69FE-4B61-A6CE-21FCCD53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43175"/>
            <a:ext cx="5048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API Docker y PostgreSQL separados.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Frontend y landing como sitios estáticos.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Recorrido público verificado.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0E74E-EECD-426C-8C19-7BFBC41F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PostgreSQL Free vence el 29/11/2026 UTC. El servicio gratuito puede suspenderse por inactividad.</a:t>
            </a:r>
          </a:p>
        </p:txBody>
      </p:sp>
    </p:spTree>
    <p:extLst>
      <p:ext uri="{BB962C8B-B14F-4D97-AF65-F5344CB8AC3E}">
        <p14:creationId xmlns:p14="http://schemas.microsoft.com/office/powerpoint/2010/main" val="14535169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D8E9F-AF33-41AD-ABDB-1BFDFB42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La participación del equipo requiere evidencia real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02A04-71C8-411B-8577-7541AFF1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45F03-50E4-4A48-84B7-1129A28A260A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4524375"/>
                <a:gridCol w="3495675"/>
              </a:tblGrid>
              <a:tr h="571500"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Integrante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Revisión propuesta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Evidencia AV2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Liz Anahua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Compras, recepción y roles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aporte propio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Diego Campoblanco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Boleta, landing y móvil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aporte propio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Piero Montes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Movimientos y pruebas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aporte propio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Kevin Salazar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API, esquema y despliegue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aceptación individual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Darikson Salazar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Despachos y presentación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aporte propio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B3382-DB03-484D-B17A-690C8374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Mínimo tres participantes reales en frontend. Cada aporte necesita commit, revisión y demostración.</a:t>
            </a:r>
          </a:p>
        </p:txBody>
      </p:sp>
    </p:spTree>
    <p:extLst>
      <p:ext uri="{BB962C8B-B14F-4D97-AF65-F5344CB8AC3E}">
        <p14:creationId xmlns:p14="http://schemas.microsoft.com/office/powerpoint/2010/main" val="19123469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2D943-B2E1-475B-B782-AF4745C2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El cierre académico requiere validación y videos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BCC9F-6ECE-4C4A-8F33-CFC3D507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46D74-7B70-4048-BA04-03777CE676FB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7162800"/>
              </a:tblGrid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Pendiente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Evidencia para cerrar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T w="9525">
                      <a:solidFill>
                        <a:srgbClr val="DBE4ED"/>
                      </a:solidFill>
                      <a:prstDash val="solid"/>
                    </a:lnT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102A43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Planificación y tablero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Fechas, capacidad, estimaciones acordadas y evolución de estados.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Validación con ambos segmentos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3–5 personas por segmento, tareas, tiempos y hallazgos.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About-the-Product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Demo pública con compra, recepción, venta y boleta.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About-the-Team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Aporte y aprendizaje demostrados por cada integrante.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Aceptación y performance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BE4ED"/>
                      </a:solidFill>
                      <a:prstDash val="solid"/>
                    </a:lnL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500" b="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Revisión del coordinador y fuentes verificables.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BE4ED"/>
                      </a:solidFill>
                      <a:prstDash val="solid"/>
                    </a:lnR>
                    <a:lnB w="9525">
                      <a:solidFill>
                        <a:srgbClr val="DBE4ED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74C13-4BC2-4E87-A137-120C4327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El informe incluye 16 tareas de consolidación de 4–8 h: 94 h-persona propuestas para refinamiento.</a:t>
            </a:r>
          </a:p>
        </p:txBody>
      </p:sp>
    </p:spTree>
    <p:extLst>
      <p:ext uri="{BB962C8B-B14F-4D97-AF65-F5344CB8AC3E}">
        <p14:creationId xmlns:p14="http://schemas.microsoft.com/office/powerpoint/2010/main" val="6832455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11A88-5FDD-4BC0-8AB6-F2D916DE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Conclusiones y accesos de revisión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DC16C-39C9-40AA-BE16-1A3EB9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93BFF-108A-4D2C-8EC8-DFE57913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858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La venta y su boleta conservan datos históricos. El stock queda protegido ante errores y ventas simultáneas.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BEE5C-8757-48D0-92AA-D2DA3870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10858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El modelo amplía la trazabilidad de compras y entregas. El backlog identifica los flujos que todavía faltan.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2783D-59A5-4E0D-831C-0229B43C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94300"/>
                </a:solidFill>
                <a:latin typeface="Arial"/>
                <a:ea typeface="Arial"/>
                <a:cs typeface="Arial"/>
              </a:rPr>
              <a:t>Landing  cete-landing-av2.onrender.com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E336E-95D6-4EE8-A8DC-B35FF618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94300"/>
                </a:solidFill>
                <a:latin typeface="Arial"/>
                <a:ea typeface="Arial"/>
                <a:cs typeface="Arial"/>
              </a:rPr>
              <a:t>Frontend  cete-web-av2.onrender.com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F419A-E69F-4D67-AC1E-501D40C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A943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94300"/>
                </a:solidFill>
                <a:latin typeface="Arial"/>
                <a:ea typeface="Arial"/>
                <a:cs typeface="Arial"/>
              </a:rPr>
              <a:t>API  cete-api-av2.onrender.com/swagger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17A07-C369-4FB2-AD2B-9D9C00AB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El cierre de AV2 depende de validación, participación y videos reales del equipo.</a:t>
            </a:r>
          </a:p>
        </p:txBody>
      </p:sp>
    </p:spTree>
    <p:extLst>
      <p:ext uri="{BB962C8B-B14F-4D97-AF65-F5344CB8AC3E}">
        <p14:creationId xmlns:p14="http://schemas.microsoft.com/office/powerpoint/2010/main" val="716463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2026-10-30T04:53:16.1260000Z</dcterms:created>
  <dcterms:modified xsi:type="dcterms:W3CDTF">2026-10-30T04:53:16.1260000Z</dcterms:modified>
</coreProperties>
</file>